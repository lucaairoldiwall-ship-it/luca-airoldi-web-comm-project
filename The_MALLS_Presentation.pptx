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1" r:id="rId1"/>
  </p:sld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3" r:id="rId9"/>
    <p:sldId id="265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9144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31" y="1449146"/>
            <a:ext cx="7526338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8831" y="5280847"/>
            <a:ext cx="7526338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244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9997" y="2222287"/>
            <a:ext cx="7524003" cy="363651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504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0"/>
            <a:ext cx="9144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3" y="2951396"/>
            <a:ext cx="7526337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4863" y="5281200"/>
            <a:ext cx="7526337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086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9996" y="2222287"/>
            <a:ext cx="3670723" cy="3638763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0" y="2222287"/>
            <a:ext cx="3670720" cy="3638763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336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9996" y="2174875"/>
            <a:ext cx="367072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9996" y="2751137"/>
            <a:ext cx="3687391" cy="3109913"/>
          </a:xfrm>
        </p:spPr>
        <p:txBody>
          <a:bodyPr anchor="t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0" y="2174875"/>
            <a:ext cx="3670720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0" y="2751137"/>
            <a:ext cx="3670720" cy="3109913"/>
          </a:xfrm>
        </p:spPr>
        <p:txBody>
          <a:bodyPr anchor="t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478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783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464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804863" y="446086"/>
            <a:ext cx="2660650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3" y="446088"/>
            <a:ext cx="2660650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4" y="446087"/>
            <a:ext cx="4689475" cy="5414963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863" y="2260737"/>
            <a:ext cx="2660650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993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996" y="727521"/>
            <a:ext cx="350154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4573588" y="0"/>
            <a:ext cx="4570412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9996" y="2344684"/>
            <a:ext cx="350154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914357" y="6041361"/>
            <a:ext cx="73265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2797" y="6041361"/>
            <a:ext cx="247156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47017" y="5915887"/>
            <a:ext cx="796616" cy="490599"/>
          </a:xfrm>
        </p:spPr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537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3" y="4800600"/>
            <a:ext cx="752633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9144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863" y="5367338"/>
            <a:ext cx="7526337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044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485107" y="1338479"/>
            <a:ext cx="4749312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573" y="1495525"/>
            <a:ext cx="442038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1226" y="4700702"/>
            <a:ext cx="4418727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5398884" y="1338479"/>
            <a:ext cx="3302316" cy="4075464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263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855663" y="2286585"/>
            <a:ext cx="3671336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017816" y="2435956"/>
            <a:ext cx="328689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616450" y="2286000"/>
            <a:ext cx="3671888" cy="2300288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578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1411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5752238" y="446089"/>
            <a:ext cx="3391762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AutoShape 4"/>
          <p:cNvSpPr>
            <a:spLocks noChangeAspect="1" noChangeArrowheads="1" noTextEdit="1"/>
          </p:cNvSpPr>
          <p:nvPr/>
        </p:nvSpPr>
        <p:spPr bwMode="auto">
          <a:xfrm>
            <a:off x="5233988" y="0"/>
            <a:ext cx="3910012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37655" y="586171"/>
            <a:ext cx="1701800" cy="513479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4862" y="446089"/>
            <a:ext cx="4947376" cy="5414962"/>
          </a:xfrm>
        </p:spPr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270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9997" y="447188"/>
            <a:ext cx="7524003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9997" y="2184400"/>
            <a:ext cx="7524003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2797" y="6041361"/>
            <a:ext cx="628953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1422" y="6041361"/>
            <a:ext cx="993161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04584" y="5915887"/>
            <a:ext cx="796616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0948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  <p:sldLayoutId id="2147483814" r:id="rId13"/>
    <p:sldLayoutId id="2147483815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4180" y="1064302"/>
            <a:ext cx="7510506" cy="1171732"/>
          </a:xfrm>
        </p:spPr>
        <p:txBody>
          <a:bodyPr/>
          <a:lstStyle/>
          <a:p>
            <a:r>
              <a:rPr dirty="0">
                <a:solidFill>
                  <a:schemeClr val="tx1"/>
                </a:solidFill>
              </a:rPr>
              <a:t>The M.A.L.L.S.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4180" y="2925581"/>
            <a:ext cx="7510506" cy="2219108"/>
          </a:xfrm>
        </p:spPr>
        <p:txBody>
          <a:bodyPr/>
          <a:lstStyle/>
          <a:p>
            <a:r>
              <a:rPr dirty="0"/>
              <a:t>A Punk Rock Band Website</a:t>
            </a:r>
          </a:p>
          <a:p>
            <a:r>
              <a:rPr lang="it-IT" dirty="0"/>
              <a:t>By </a:t>
            </a:r>
            <a:r>
              <a:rPr dirty="0"/>
              <a:t>Luca Airoldi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348" y="1611193"/>
            <a:ext cx="7511472" cy="4041162"/>
          </a:xfrm>
        </p:spPr>
        <p:txBody>
          <a:bodyPr/>
          <a:lstStyle/>
          <a:p>
            <a:r>
              <a:rPr dirty="0"/>
              <a:t>A website for a music band</a:t>
            </a:r>
          </a:p>
          <a:p>
            <a:endParaRPr dirty="0"/>
          </a:p>
          <a:p>
            <a:r>
              <a:rPr dirty="0"/>
              <a:t>- </a:t>
            </a:r>
            <a:r>
              <a:rPr lang="it-IT" dirty="0"/>
              <a:t>to </a:t>
            </a:r>
            <a:r>
              <a:rPr dirty="0"/>
              <a:t>present the band</a:t>
            </a:r>
          </a:p>
          <a:p>
            <a:r>
              <a:rPr dirty="0"/>
              <a:t>- </a:t>
            </a:r>
            <a:r>
              <a:rPr lang="it-IT" dirty="0"/>
              <a:t>to </a:t>
            </a:r>
            <a:r>
              <a:rPr dirty="0"/>
              <a:t>share live shows</a:t>
            </a:r>
          </a:p>
          <a:p>
            <a:r>
              <a:rPr dirty="0"/>
              <a:t>- </a:t>
            </a:r>
            <a:r>
              <a:rPr lang="it-IT" dirty="0"/>
              <a:t>to </a:t>
            </a:r>
            <a:r>
              <a:rPr dirty="0"/>
              <a:t>allow interaction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0FCB21-5411-F751-A303-00FA10422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GetNikola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57618E8-A7C2-4592-CCF2-5FE05667D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233" y="2447140"/>
            <a:ext cx="3612101" cy="3636510"/>
          </a:xfrm>
        </p:spPr>
        <p:txBody>
          <a:bodyPr/>
          <a:lstStyle/>
          <a:p>
            <a:r>
              <a:rPr lang="en-GB" dirty="0" err="1"/>
              <a:t>GetNikola</a:t>
            </a:r>
            <a:r>
              <a:rPr lang="en-GB" dirty="0"/>
              <a:t> has been used to give some structure to the website</a:t>
            </a:r>
          </a:p>
          <a:p>
            <a:r>
              <a:rPr lang="en-GB" dirty="0"/>
              <a:t>Its static but it’s quite simple to understand and build</a:t>
            </a:r>
          </a:p>
          <a:p>
            <a:r>
              <a:rPr lang="en-GB" dirty="0"/>
              <a:t>(to compensate </a:t>
            </a:r>
            <a:r>
              <a:rPr lang="en-GB" dirty="0" err="1"/>
              <a:t>javascript</a:t>
            </a:r>
            <a:r>
              <a:rPr lang="en-GB" dirty="0"/>
              <a:t> has been used to make the site a bit more dynamic)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C937B02-3F9E-75E4-5271-EDF3C6692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108" y="2964304"/>
            <a:ext cx="4572000" cy="2409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891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Website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887" y="2195809"/>
            <a:ext cx="7511472" cy="2256269"/>
          </a:xfrm>
        </p:spPr>
        <p:txBody>
          <a:bodyPr/>
          <a:lstStyle/>
          <a:p>
            <a:pPr algn="ctr"/>
            <a:r>
              <a:rPr dirty="0"/>
              <a:t>- Home</a:t>
            </a:r>
          </a:p>
          <a:p>
            <a:pPr algn="ctr"/>
            <a:r>
              <a:rPr dirty="0"/>
              <a:t>- Members</a:t>
            </a:r>
          </a:p>
          <a:p>
            <a:pPr algn="ctr"/>
            <a:r>
              <a:rPr dirty="0"/>
              <a:t>- Live</a:t>
            </a:r>
          </a:p>
          <a:p>
            <a:pPr algn="ctr"/>
            <a:r>
              <a:rPr dirty="0"/>
              <a:t>- Contacts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8884745-A76E-E352-5C56-8908BE64E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84" y="4941695"/>
            <a:ext cx="8109679" cy="10541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725" y="2172077"/>
            <a:ext cx="2233534" cy="4041162"/>
          </a:xfrm>
        </p:spPr>
        <p:txBody>
          <a:bodyPr/>
          <a:lstStyle/>
          <a:p>
            <a:r>
              <a:rPr dirty="0"/>
              <a:t>Dark theme</a:t>
            </a:r>
          </a:p>
          <a:p>
            <a:r>
              <a:rPr dirty="0"/>
              <a:t>Purple accents</a:t>
            </a:r>
          </a:p>
          <a:p>
            <a:r>
              <a:rPr dirty="0"/>
              <a:t>Inspired by punk</a:t>
            </a:r>
            <a:r>
              <a:rPr lang="it-IT" dirty="0"/>
              <a:t>-</a:t>
            </a:r>
            <a:r>
              <a:rPr dirty="0"/>
              <a:t>rock style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4941A66-01A6-3B9B-5D41-3BF9A4FDA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846" y="2857854"/>
            <a:ext cx="5216577" cy="30893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Members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96065" y="2327218"/>
            <a:ext cx="2337935" cy="3636510"/>
          </a:xfrm>
        </p:spPr>
        <p:txBody>
          <a:bodyPr/>
          <a:lstStyle/>
          <a:p>
            <a:r>
              <a:rPr dirty="0"/>
              <a:t>Band presentation</a:t>
            </a:r>
          </a:p>
          <a:p>
            <a:endParaRPr dirty="0"/>
          </a:p>
          <a:p>
            <a:r>
              <a:rPr dirty="0"/>
              <a:t>- images</a:t>
            </a:r>
          </a:p>
          <a:p>
            <a:r>
              <a:rPr dirty="0"/>
              <a:t>- roles</a:t>
            </a:r>
          </a:p>
          <a:p>
            <a:r>
              <a:rPr dirty="0"/>
              <a:t>- descriptions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D0C8B65-A2E6-BBE0-0ECA-0AA0810F0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194" y="3109927"/>
            <a:ext cx="4646423" cy="24490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shows table</a:t>
            </a:r>
          </a:p>
          <a:p>
            <a:endParaRPr/>
          </a:p>
          <a:p>
            <a:r>
              <a:t>- dates</a:t>
            </a:r>
          </a:p>
          <a:p>
            <a:r>
              <a:t>- venues</a:t>
            </a:r>
          </a:p>
          <a:p>
            <a:r>
              <a:t>- cities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ECFDBD9-F6CD-1963-FFB5-5D8DE5F68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384" y="3099717"/>
            <a:ext cx="4691921" cy="24730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Cookies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Store user preferences</a:t>
            </a:r>
          </a:p>
          <a:p>
            <a:endParaRPr dirty="0"/>
          </a:p>
          <a:p>
            <a:r>
              <a:rPr dirty="0"/>
              <a:t>- name</a:t>
            </a:r>
          </a:p>
          <a:p>
            <a:r>
              <a:rPr dirty="0"/>
              <a:t>- favorite section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A7F3D35-0BA0-9099-D39C-39964C586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6740" y="2913059"/>
            <a:ext cx="4792408" cy="25260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1998" y="2477120"/>
            <a:ext cx="7524003" cy="3636510"/>
          </a:xfrm>
        </p:spPr>
        <p:txBody>
          <a:bodyPr/>
          <a:lstStyle/>
          <a:p>
            <a:r>
              <a:rPr dirty="0"/>
              <a:t>Collects user input</a:t>
            </a:r>
          </a:p>
          <a:p>
            <a:r>
              <a:rPr dirty="0"/>
              <a:t>Generates email via </a:t>
            </a:r>
            <a:r>
              <a:rPr dirty="0" err="1"/>
              <a:t>mailto</a:t>
            </a:r>
            <a:endParaRPr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81EB25F-11EE-2E8D-5CDC-56ACD1E3C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13" y="3020268"/>
            <a:ext cx="4792408" cy="25260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web project </a:t>
            </a:r>
            <a:r>
              <a:rPr lang="it-IT" dirty="0" err="1"/>
              <a:t>designed</a:t>
            </a:r>
            <a:r>
              <a:rPr lang="it-IT" dirty="0"/>
              <a:t> to help a band in </a:t>
            </a:r>
            <a:r>
              <a:rPr lang="it-IT" dirty="0" err="1"/>
              <a:t>being</a:t>
            </a:r>
            <a:r>
              <a:rPr lang="it-IT" dirty="0"/>
              <a:t> </a:t>
            </a:r>
            <a:r>
              <a:rPr lang="it-IT" dirty="0" err="1"/>
              <a:t>noticed</a:t>
            </a:r>
            <a:endParaRPr dirty="0"/>
          </a:p>
          <a:p>
            <a:r>
              <a:rPr lang="it-IT" dirty="0" err="1"/>
              <a:t>Introduces</a:t>
            </a:r>
            <a:r>
              <a:rPr lang="it-IT" dirty="0"/>
              <a:t> </a:t>
            </a: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member</a:t>
            </a:r>
            <a:endParaRPr dirty="0"/>
          </a:p>
          <a:p>
            <a:r>
              <a:rPr lang="it-IT" dirty="0" err="1"/>
              <a:t>Adds</a:t>
            </a:r>
            <a:r>
              <a:rPr lang="it-IT" dirty="0"/>
              <a:t> </a:t>
            </a:r>
            <a:r>
              <a:rPr lang="it-IT" dirty="0" err="1"/>
              <a:t>interactivity</a:t>
            </a:r>
            <a:r>
              <a:rPr lang="it-IT" dirty="0"/>
              <a:t> with the user</a:t>
            </a:r>
            <a:endParaRPr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tazione">
  <a:themeElements>
    <a:clrScheme name="Citazion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8664B0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Citazion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Citazion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7AF46513-5B0D-4B03-9323-32F3F0BFC9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TM03457503[[fn=Citazione]]</Template>
  <TotalTime>32</TotalTime>
  <Words>161</Words>
  <Application>Microsoft Office PowerPoint</Application>
  <PresentationFormat>Presentazione su schermo (4:3)</PresentationFormat>
  <Paragraphs>46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3" baseType="lpstr">
      <vt:lpstr>Century Gothic</vt:lpstr>
      <vt:lpstr>Wingdings 2</vt:lpstr>
      <vt:lpstr>Citazione</vt:lpstr>
      <vt:lpstr>The M.A.L.L.S.</vt:lpstr>
      <vt:lpstr>Project Idea</vt:lpstr>
      <vt:lpstr>GetNikola</vt:lpstr>
      <vt:lpstr>Website Structure</vt:lpstr>
      <vt:lpstr>Design</vt:lpstr>
      <vt:lpstr>Members Page</vt:lpstr>
      <vt:lpstr>Live Page</vt:lpstr>
      <vt:lpstr>Cookies</vt:lpstr>
      <vt:lpstr>Contact Form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Luca Airoldi</cp:lastModifiedBy>
  <cp:revision>3</cp:revision>
  <dcterms:created xsi:type="dcterms:W3CDTF">2013-01-27T09:14:16Z</dcterms:created>
  <dcterms:modified xsi:type="dcterms:W3CDTF">2026-03-25T15:52:59Z</dcterms:modified>
  <cp:category/>
</cp:coreProperties>
</file>